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2A8A"/>
          </a:solidFill>
          <a:ln w="12700">
            <a:solidFill>
              <a:srgbClr val="3D2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00D4FF"/>
                </a:solidFill>
              </a:rPr>
              <a:t>PRESENTATION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プレゼン講座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将来の夢なんて今叶えろ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FF"/>
                </a:solidFill>
              </a:rPr>
              <a:t>3分あれば、言いたいことは伝えられる。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8D8FF"/>
                </a:solidFill>
              </a:rPr>
              <a:t>プレゼンの達人が、あなたの「伝える力」を解放します。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187952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プレゼンの達人　　　　〇〇年〇〇月〇〇日　　担当：〇〇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「伝わらない」が招く3つの損失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心当たりはありませんか？このまま放置すると機会損失が続きます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64208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" y="1874520"/>
            <a:ext cx="1133856" cy="1133856"/>
          </a:xfrm>
          <a:prstGeom prst="ellipse">
            <a:avLst/>
          </a:prstGeom>
          <a:solidFill>
            <a:srgbClr val="F0F4FF"/>
          </a:solidFill>
          <a:ln w="25400">
            <a:solidFill>
              <a:srgbClr val="2D1B6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011680"/>
            <a:ext cx="859536" cy="8595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9768" y="312724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自信がない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・苦手意識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3858768"/>
            <a:ext cx="16459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" y="39502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「また失敗したら…」という不安で本番に力が出せない。準備しても緊張で頭が真っ白になる。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664208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0792" y="1874520"/>
            <a:ext cx="1133856" cy="1133856"/>
          </a:xfrm>
          <a:prstGeom prst="ellipse">
            <a:avLst/>
          </a:prstGeom>
          <a:solidFill>
            <a:srgbClr val="F0F4FF"/>
          </a:solidFill>
          <a:ln w="25400">
            <a:solidFill>
              <a:srgbClr val="2D1B6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011680"/>
            <a:ext cx="859536" cy="8595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55848" y="312724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話がまとまらない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・伝わらない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794760" y="3858768"/>
            <a:ext cx="16459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55848" y="39502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「何が言いたいかわからない」と言われ続ける。情報量が多く聴衆が処理できない状態が続く。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7220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72200" y="1664208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76872" y="1874520"/>
            <a:ext cx="1133856" cy="1133856"/>
          </a:xfrm>
          <a:prstGeom prst="ellipse">
            <a:avLst/>
          </a:prstGeom>
          <a:solidFill>
            <a:srgbClr val="F0F4FF"/>
          </a:solidFill>
          <a:ln w="25400">
            <a:solidFill>
              <a:srgbClr val="2D1B6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011680"/>
            <a:ext cx="859536" cy="8595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81928" y="312724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企画・提案が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通らない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720840" y="3858768"/>
            <a:ext cx="16459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81928" y="39502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良いアイデアを持っているのに、プレゼン力不足で採用されず、成果・昇進・売上を逃している。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市場機会——ビジネス研修市場は急拡大中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プレゼン・コミュニケーション研修の需要が急速に高まっています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2606040" cy="260604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9222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TAM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(国内研修市場)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約1兆円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3273552"/>
            <a:ext cx="169164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企業研修市場の総規模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664208"/>
            <a:ext cx="2606040" cy="260604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664208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79222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(プレゼン研修)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4231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約2,000億円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657600" y="3273552"/>
            <a:ext cx="169164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プレゼン・コミュニケーション領域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664208"/>
            <a:ext cx="2606040" cy="260604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664208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79222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(当社目標市場)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4231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約50億円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92240" y="3273552"/>
            <a:ext cx="169164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3ヶ年での獲得目標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434840"/>
            <a:ext cx="64008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ビジネス研修市場は年率8%超で成長。DX・リモート時代の今、プレゼン力の需要は加速しています。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プレゼンの達人の3つの強み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「型」を身につければ、誰でも伝わるプレゼンができます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24712" y="1828800"/>
            <a:ext cx="1133856" cy="1133856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002536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121408" y="1709928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21408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" y="30632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経験豊富な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講師陣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3794760"/>
            <a:ext cx="16459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" y="38862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ロジカルシンキング・デザイン・スピーチのプロが指導。数多くの企業・個人を実績で変えてきた講師陣。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50792" y="1828800"/>
            <a:ext cx="1133856" cy="1133856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002536"/>
            <a:ext cx="786384" cy="78638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047488" y="1709928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47488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355848" y="30632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実戦型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ワーク形式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794760" y="3794760"/>
            <a:ext cx="16459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55848" y="38862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聞くだけではなく「やってみる」ワーク中心。一度身につけると汎用性の高いプレゼンの「型」が習得できる。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7220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976872" y="1828800"/>
            <a:ext cx="1133856" cy="1133856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002536"/>
            <a:ext cx="786384" cy="78638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973568" y="1709928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73568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281928" y="30632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個人・企業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両対応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720840" y="3794760"/>
            <a:ext cx="16459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81928" y="38862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個人のスキルアップから企業の組織研修まで対応。ビジネス課題の解決とモチベーションアップを同時に実現。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VALUE PROPOSITION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受講前後の変化——あなたはどちら側へ？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749040" cy="3794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15568"/>
            <a:ext cx="3749040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43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　受講前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プレゼンが怖い・自信がない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話がまとまらず相手に伝わらない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07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緊張で頭が真っ白になる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284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企画・提案が通らない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496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売上・評価が伸び悩んでいる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606040"/>
            <a:ext cx="731520" cy="7315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120640" y="1115568"/>
            <a:ext cx="3749040" cy="3794760"/>
          </a:xfrm>
          <a:prstGeom prst="rect">
            <a:avLst/>
          </a:prstGeom>
          <a:solidFill>
            <a:srgbClr val="F0F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0" y="1115568"/>
            <a:ext cx="374904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66360" y="1143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AFTER　受講後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30368" y="1764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自信を持って堂々と話せる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30368" y="2286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3分で伝わる構成力が身につく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30368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本番に強いメンタルを習得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30368" y="33284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企画・提案の採用率が向上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30368" y="3849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売上・評価が目に見えて上がる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TRACK RECORD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数字で見る——プレゼンの達人の実績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9BB0"/>
                </a:solidFill>
              </a:rPr>
              <a:t>受講者の変化が、私たちのサービスの証明です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98%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受講者満足度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受講後アンケート結果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+30%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2834640" y="2743200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提案採用率向上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受講者の平均改善率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〇〇+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029200" y="2743200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受講企業数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累計法人・団体導入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〇〇名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7223760" y="2743200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受講者総数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個人・法人合計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60520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BB0"/>
                </a:solidFill>
              </a:rPr>
              <a:t>「プレゼンが変わった瞬間、人生が変わりました」——受講者の声をここに配置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PROCESS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受講開始まで——シンプルな3ステップ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お問い合わせから最短1週間でスタート。すべてサポートします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633472"/>
            <a:ext cx="6217920" cy="54864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06424" y="1517904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5179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822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STEP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無料相談・診断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090672"/>
            <a:ext cx="1828800" cy="2743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〜3日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349300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現状の課題をヒアリング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" y="38221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受講目標の設定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" y="41513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最適プランのご提案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" y="44805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スケジュール確認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32504" y="1517904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2504" y="15179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822"/>
                </a:solidFill>
              </a:rPr>
              <a:t>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STEP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受講開始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3090672"/>
            <a:ext cx="1828800" cy="2743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〜1ヶ月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349300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プレゼン「型」ワーク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10712" y="38221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ロジカルシンキング講義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10712" y="41513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実践ロールプレイ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10712" y="44805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個別フィードバック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58584" y="1517904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15179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822"/>
                </a:solidFill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STEP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成果確認・継続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090672"/>
            <a:ext cx="1828800" cy="2743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受講後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6792" y="349300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プレゼン実践テスト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36792" y="38221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成果・KPIの振り返り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6792" y="41513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フォローアップ面談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36792" y="44805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継続プランご案内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PRICING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シンプルな料金体系——まず無料相談から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ご希望をお伺いし、貴社・貴方に最適なプランをご提案します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2651760" cy="333756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691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D1B69"/>
                </a:solidFill>
              </a:rPr>
              <a:t>BASIC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1671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</a:rPr>
              <a:t>¥〇〇〇,〇〇〇〜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プレゼン基礎講座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19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資料作成ワーク×2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メールサポート付き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014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個人向け・単発受講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61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—  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572768"/>
            <a:ext cx="2651760" cy="3337560"/>
          </a:xfrm>
          <a:prstGeom prst="rect">
            <a:avLst/>
          </a:prstGeom>
          <a:solidFill>
            <a:srgbClr val="2D1B69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453896"/>
            <a:ext cx="137160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453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人気No.1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691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</a:rPr>
              <a:t>STANDARD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21671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¥〇〇〇,〇〇〇〜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474720" y="2852928"/>
            <a:ext cx="210312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971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プレゼン基礎＋応用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319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ロジカルシンキング込み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666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実践ロールプレイ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014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個別フィードバック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4361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専任コーチサポート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572768"/>
            <a:ext cx="2651760" cy="333756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1691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D1B69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21671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</a:rPr>
              <a:t>要相談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355080" y="2852928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971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法人・チーム向けカスタム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319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出張・社内研修対応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666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KPI設計サポート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4014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受講後フォローアップ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4361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継続契約割引あり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4114800" cy="4114800"/>
          </a:xfrm>
          <a:prstGeom prst="ellipse">
            <a:avLst/>
          </a:prstGeom>
          <a:solidFill>
            <a:srgbClr val="3D2A8A"/>
          </a:solidFill>
          <a:ln w="12700">
            <a:solidFill>
              <a:srgbClr val="3D2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NEXT STEP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将来の夢なんて今叶えろ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1704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「伝える力」は才能ではなく、技術です。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プレゼンの達人が、あなたの夢の実現を全力でサポートします。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48716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035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無料相談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まず30分の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オンライン相談から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871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035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体験受講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1回受けてみれば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変化を実感できます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48716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35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お見積もり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個人・法人プランを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柔軟にご提案します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1A0F3E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4224528"/>
            <a:ext cx="64008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428853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TEL: 〇〇-〇〇〇〇-〇〇〇〇　　EMAIL: 〇〇@pretatsu.com　　WEB: pretatsu.com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プレゼン講座 | プレゼンの達人</dc:title>
  <dc:subject>PptxGenJS Presentation</dc:subject>
  <dc:creator>PptxGenJS</dc:creator>
  <cp:lastModifiedBy>PptxGenJS</cp:lastModifiedBy>
  <cp:revision>1</cp:revision>
  <dcterms:created xsi:type="dcterms:W3CDTF">2026-06-01T09:56:43Z</dcterms:created>
  <dcterms:modified xsi:type="dcterms:W3CDTF">2026-06-01T09:56:43Z</dcterms:modified>
</cp:coreProperties>
</file>
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E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097280"/>
            <a:ext cx="3200400" cy="3200400"/>
          </a:xfrm>
          <a:prstGeom prst="ellipse">
            <a:avLst/>
          </a:prstGeom>
          <a:solidFill>
            <a:srgbClr val="253D5E"/>
          </a:solidFill>
          <a:ln w="12700">
            <a:solidFill>
              <a:srgbClr val="253D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-457200"/>
            <a:ext cx="1828800" cy="1828800"/>
          </a:xfrm>
          <a:prstGeom prst="ellipse">
            <a:avLst/>
          </a:prstGeom>
          <a:solidFill>
            <a:srgbClr val="D4AF37">
              <a:alpha val="20000"/>
            </a:srgbClr>
          </a:solidFill>
          <a:ln w="12700">
            <a:solidFill>
              <a:srgbClr val="D4AF37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D4AF37"/>
                </a:solidFill>
              </a:rPr>
              <a:t>BUSINESS PROPOSAL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プレゼン上達の為の講義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78892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あなたの「伝える力」が、売上を変える。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株式会社プレゼンの達人が全力サポートします。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840480"/>
            <a:ext cx="22860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00507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株式会社プレゼンの達人　　〇〇年〇〇月〇〇日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503920" y="4754880"/>
            <a:ext cx="640080" cy="2743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47548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371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F37"/>
                </a:solidFill>
              </a:rPr>
              <a:t>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" y="1371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400" kern="0" dirty="0">
                <a:solidFill>
                  <a:srgbClr val="D4AF37"/>
                </a:solidFill>
              </a:rPr>
              <a:t>PROBLEM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38404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あなたが直面している課題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BB0"/>
                </a:solidFill>
              </a:rPr>
              <a:t>多くのビジネスパーソンが抱える「伝える力」の悩み——あなたも感じていませんか？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691640"/>
            <a:ext cx="274320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691640"/>
            <a:ext cx="2743200" cy="7315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7452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11480" y="24231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E4B"/>
                </a:solidFill>
              </a:rPr>
              <a:t>考えを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1B2E4B"/>
                </a:solidFill>
              </a:rPr>
              <a:t>整理できない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11480" y="320040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BB0"/>
                </a:solidFill>
              </a:rPr>
              <a:t>頭の中にアイデアはあるのに、うまく言語化・構造化できず、相手に伝わらない。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46120" y="1691640"/>
            <a:ext cx="274320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46120" y="1691640"/>
            <a:ext cx="2743200" cy="7315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87452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37560" y="24231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E4B"/>
                </a:solidFill>
              </a:rPr>
              <a:t>伝える力が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1B2E4B"/>
                </a:solidFill>
              </a:rPr>
              <a:t>足りない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337560" y="320040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BB0"/>
                </a:solidFill>
              </a:rPr>
              <a:t>話し方・声・間の取り方が不安定で、プレゼン本番になると緊張して思うように話せない。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172200" y="1691640"/>
            <a:ext cx="274320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72200" y="1691640"/>
            <a:ext cx="2743200" cy="7315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87452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63640" y="24231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E4B"/>
                </a:solidFill>
              </a:rPr>
              <a:t>売上に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1B2E4B"/>
                </a:solidFill>
              </a:rPr>
              <a:t>つながらない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263640" y="320040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BB0"/>
                </a:solidFill>
              </a:rPr>
              <a:t>商談・提案がうまくいかず、せっかくの良いサービスが売上に結びつかない。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E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371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F37"/>
                </a:solidFill>
              </a:rPr>
              <a:t>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" y="137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400" kern="0" dirty="0">
                <a:solidFill>
                  <a:srgbClr val="D4AF37"/>
                </a:solidFill>
              </a:rPr>
              <a:t>MARKET OPPORTUNITY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38404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市場機会の全体像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BB0"/>
                </a:solidFill>
              </a:rPr>
              <a:t>プレゼン・ビジネスコミュニケーション研修市場は急拡大中です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2606040" cy="2560320"/>
          </a:xfrm>
          <a:prstGeom prst="rect">
            <a:avLst/>
          </a:prstGeom>
          <a:solidFill>
            <a:srgbClr val="253D5E"/>
          </a:solidFill>
          <a:ln w="12700">
            <a:solidFill>
              <a:srgbClr val="D4AF37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691640"/>
            <a:ext cx="2606040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1051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TAM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(全体市場規模)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42316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約1兆円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22960" y="3291840"/>
            <a:ext cx="1691640" cy="27432"/>
          </a:xfrm>
          <a:prstGeom prst="rect">
            <a:avLst/>
          </a:prstGeom>
          <a:solidFill>
            <a:srgbClr val="D4AF37">
              <a:alpha val="40000"/>
            </a:srgbClr>
          </a:solidFill>
          <a:ln w="12700">
            <a:solidFill>
              <a:srgbClr val="D4AF37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4290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国内ビジネス研修市場の総規模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1691640"/>
            <a:ext cx="2606040" cy="2560320"/>
          </a:xfrm>
          <a:prstGeom prst="rect">
            <a:avLst/>
          </a:prstGeom>
          <a:solidFill>
            <a:srgbClr val="253D5E"/>
          </a:solidFill>
          <a:ln w="12700">
            <a:solidFill>
              <a:srgbClr val="D4AF37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1691640"/>
            <a:ext cx="2606040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181051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SAM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(獲得可能市場)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46120" y="242316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約2,000億円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3657600" y="3291840"/>
            <a:ext cx="1691640" cy="27432"/>
          </a:xfrm>
          <a:prstGeom prst="rect">
            <a:avLst/>
          </a:prstGeom>
          <a:solidFill>
            <a:srgbClr val="D4AF37">
              <a:alpha val="40000"/>
            </a:srgbClr>
          </a:solidFill>
          <a:ln w="12700">
            <a:solidFill>
              <a:srgbClr val="D4AF37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34290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プレゼン・コミュニケーション研修領域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1691640"/>
            <a:ext cx="2606040" cy="2560320"/>
          </a:xfrm>
          <a:prstGeom prst="rect">
            <a:avLst/>
          </a:prstGeom>
          <a:solidFill>
            <a:srgbClr val="253D5E"/>
          </a:solidFill>
          <a:ln w="12700">
            <a:solidFill>
              <a:srgbClr val="D4AF37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35040" y="1691640"/>
            <a:ext cx="2606040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181051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SOM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(当社目標市場)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80760" y="242316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約50億円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6492240" y="3291840"/>
            <a:ext cx="1691640" cy="27432"/>
          </a:xfrm>
          <a:prstGeom prst="rect">
            <a:avLst/>
          </a:prstGeom>
          <a:solidFill>
            <a:srgbClr val="D4AF37">
              <a:alpha val="40000"/>
            </a:srgbClr>
          </a:solidFill>
          <a:ln w="12700">
            <a:solidFill>
              <a:srgbClr val="D4AF37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34290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3ヶ年で獲得目標とする市場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4434840"/>
            <a:ext cx="841248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4434840"/>
            <a:ext cx="54864" cy="5029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46227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ビジネス研修市場は年率8%超で成長中。プレゼン力強化ニーズは今後さらに拡大が見込まれます。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371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F37"/>
                </a:solidFill>
              </a:rPr>
              <a:t>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" y="137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400" kern="0" dirty="0">
                <a:solidFill>
                  <a:srgbClr val="D4AF37"/>
                </a:solidFill>
              </a:rPr>
              <a:t>SOLUTION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38404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私たちのソリューション——3つの強み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BB0"/>
                </a:solidFill>
              </a:rPr>
              <a:t>資料作成・ボイストレーニング・思考整理の3軸で、「伝える力」を根本から鍛えます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691640"/>
            <a:ext cx="274320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143000" y="1828800"/>
            <a:ext cx="1097280" cy="1097280"/>
          </a:xfrm>
          <a:prstGeom prst="ellipse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2011680"/>
            <a:ext cx="731520" cy="7315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103120" y="1719072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103120" y="17190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1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11480" y="30175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E4B"/>
                </a:solidFill>
              </a:rPr>
              <a:t>資料作成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2E4B"/>
                </a:solidFill>
              </a:rPr>
              <a:t>サポート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11480" y="37947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見る人を動かすスライド設計・デザインの基礎から応用まで。構成力・視覚化スキルを徹底強化。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246120" y="1691640"/>
            <a:ext cx="274320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069080" y="1828800"/>
            <a:ext cx="1097280" cy="1097280"/>
          </a:xfrm>
          <a:prstGeom prst="ellipse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2011680"/>
            <a:ext cx="731520" cy="73152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029200" y="1719072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029200" y="17190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2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3337560" y="30175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E4B"/>
                </a:solidFill>
              </a:rPr>
              <a:t>ボイス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2E4B"/>
                </a:solidFill>
              </a:rPr>
              <a:t>トレーニング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3337560" y="37947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声量・滑舌・間の取り方・抑揚をプロが指導。本番で緊張せず「伝わる話し方」を習得。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6172200" y="1691640"/>
            <a:ext cx="274320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995160" y="1828800"/>
            <a:ext cx="1097280" cy="1097280"/>
          </a:xfrm>
          <a:prstGeom prst="ellipse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2011680"/>
            <a:ext cx="731520" cy="731520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7955280" y="1719072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7955280" y="17190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3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6263640" y="30175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E4B"/>
                </a:solidFill>
              </a:rPr>
              <a:t>思考の整理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2E4B"/>
                </a:solidFill>
              </a:rPr>
              <a:t>メソッド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6263640" y="37947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ロジカルシンキング・フレームワークを活用し、頭の中のアイデアを相手に伝わる言葉に変換。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371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F37"/>
                </a:solidFill>
              </a:rPr>
              <a:t>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" y="137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400" kern="0" dirty="0">
                <a:solidFill>
                  <a:srgbClr val="D4AF37"/>
                </a:solidFill>
              </a:rPr>
              <a:t>VALUE PROPOSITION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38404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受講前後の変化——価値提案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3749040" cy="3749040"/>
          </a:xfrm>
          <a:prstGeom prst="rect">
            <a:avLst/>
          </a:prstGeom>
          <a:solidFill>
            <a:srgbClr val="F4F6F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43000"/>
            <a:ext cx="3749040" cy="502920"/>
          </a:xfrm>
          <a:prstGeom prst="rect">
            <a:avLst/>
          </a:prstGeom>
          <a:solidFill>
            <a:srgbClr val="8A9BB0"/>
          </a:solidFill>
          <a:ln w="12700">
            <a:solidFill>
              <a:srgbClr val="8A9B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17043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BEFORE　受講前の状態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783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E4B"/>
                </a:solidFill>
              </a:rPr>
              <a:t>❌ 話したいことが頭の中でまとまらない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31343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E4B"/>
                </a:solidFill>
              </a:rPr>
              <a:t>❌ スライドが情報過多で伝わらない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84378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E4B"/>
                </a:solidFill>
              </a:rPr>
              <a:t>❌ 本番で緊張して声が小さくなる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37413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E4B"/>
                </a:solidFill>
              </a:rPr>
              <a:t>❌ 商談・提案がうまくクロージングできない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390448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E4B"/>
                </a:solidFill>
              </a:rPr>
              <a:t>❌ 売上・成約率が伸び悩んでいる</a:t>
            </a:r>
            <a:endParaRPr lang="en-US" sz="11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2560320"/>
            <a:ext cx="731520" cy="73152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5120640" y="1143000"/>
            <a:ext cx="3749040" cy="3749040"/>
          </a:xfrm>
          <a:prstGeom prst="rect">
            <a:avLst/>
          </a:prstGeom>
          <a:solidFill>
            <a:srgbClr val="F4F6F9"/>
          </a:solidFill>
          <a:ln w="25400">
            <a:solidFill>
              <a:srgbClr val="D4AF3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120640" y="1143000"/>
            <a:ext cx="3749040" cy="50292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166360" y="117043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AFTER　受講後の変化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212080" y="17830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E4B"/>
                </a:solidFill>
              </a:rPr>
              <a:t>✅ 考えが整理され、論理的に話せる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212080" y="231343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E4B"/>
                </a:solidFill>
              </a:rPr>
              <a:t>✅ 相手に刺さるスライドが作れる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212080" y="284378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E4B"/>
                </a:solidFill>
              </a:rPr>
              <a:t>✅ 自信を持って堂々とプレゼンできる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212080" y="337413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E4B"/>
                </a:solidFill>
              </a:rPr>
              <a:t>✅ 商談・提案の成約率が大幅アップ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212080" y="390448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E4B"/>
                </a:solidFill>
              </a:rPr>
              <a:t>✅ 売上が最大30%向上（実績あり）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E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371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F37"/>
                </a:solidFill>
              </a:rPr>
              <a:t>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" y="1371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400" kern="0" dirty="0">
                <a:solidFill>
                  <a:srgbClr val="D4AF37"/>
                </a:solidFill>
              </a:rPr>
              <a:t>TRACK RECORD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38404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数字が語る実績と信頼性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A9BB0"/>
                </a:solidFill>
              </a:rPr>
              <a:t>受講者の声と実績が、私たちの品質を証明しています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600200"/>
            <a:ext cx="1920240" cy="2377440"/>
          </a:xfrm>
          <a:prstGeom prst="rect">
            <a:avLst/>
          </a:prstGeom>
          <a:solidFill>
            <a:srgbClr val="253D5E"/>
          </a:solidFill>
          <a:ln w="12700">
            <a:solidFill>
              <a:srgbClr val="D4AF37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600200"/>
            <a:ext cx="1920240" cy="6400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7830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4AF37"/>
                </a:solidFill>
              </a:rPr>
              <a:t>98%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640080" y="2743200"/>
            <a:ext cx="1188720" cy="36576"/>
          </a:xfrm>
          <a:prstGeom prst="rect">
            <a:avLst/>
          </a:prstGeom>
          <a:solidFill>
            <a:srgbClr val="D4AF37">
              <a:alpha val="40000"/>
            </a:srgbClr>
          </a:solidFill>
          <a:ln w="12700">
            <a:solidFill>
              <a:srgbClr val="D4AF37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834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顧客満足度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" y="3291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0"/>
                </a:solidFill>
              </a:rPr>
              <a:t>受講者アンケート結果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468880" y="1600200"/>
            <a:ext cx="1920240" cy="2377440"/>
          </a:xfrm>
          <a:prstGeom prst="rect">
            <a:avLst/>
          </a:prstGeom>
          <a:solidFill>
            <a:srgbClr val="253D5E"/>
          </a:solidFill>
          <a:ln w="12700">
            <a:solidFill>
              <a:srgbClr val="D4AF37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68880" y="1600200"/>
            <a:ext cx="1920240" cy="6400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14600" y="17830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4AF37"/>
                </a:solidFill>
              </a:rPr>
              <a:t>+30%</a:t>
            </a:r>
            <a:endParaRPr lang="en-US" sz="3400" dirty="0"/>
          </a:p>
        </p:txBody>
      </p:sp>
      <p:sp>
        <p:nvSpPr>
          <p:cNvPr id="16" name="Shape 14"/>
          <p:cNvSpPr/>
          <p:nvPr/>
        </p:nvSpPr>
        <p:spPr>
          <a:xfrm>
            <a:off x="2834640" y="2743200"/>
            <a:ext cx="1188720" cy="36576"/>
          </a:xfrm>
          <a:prstGeom prst="rect">
            <a:avLst/>
          </a:prstGeom>
          <a:solidFill>
            <a:srgbClr val="D4AF37">
              <a:alpha val="40000"/>
            </a:srgbClr>
          </a:solidFill>
          <a:ln w="12700">
            <a:solidFill>
              <a:srgbClr val="D4AF37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14600" y="2834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売上向上率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514600" y="3291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0"/>
                </a:solidFill>
              </a:rPr>
              <a:t>受講後の平均売上増加率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1600200"/>
            <a:ext cx="1920240" cy="2377440"/>
          </a:xfrm>
          <a:prstGeom prst="rect">
            <a:avLst/>
          </a:prstGeom>
          <a:solidFill>
            <a:srgbClr val="253D5E"/>
          </a:solidFill>
          <a:ln w="12700">
            <a:solidFill>
              <a:srgbClr val="D4AF37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1600200"/>
            <a:ext cx="1920240" cy="6400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17830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4AF37"/>
                </a:solidFill>
              </a:rPr>
              <a:t>〇〇+</a:t>
            </a:r>
            <a:endParaRPr lang="en-US" sz="3400" dirty="0"/>
          </a:p>
        </p:txBody>
      </p:sp>
      <p:sp>
        <p:nvSpPr>
          <p:cNvPr id="22" name="Shape 20"/>
          <p:cNvSpPr/>
          <p:nvPr/>
        </p:nvSpPr>
        <p:spPr>
          <a:xfrm>
            <a:off x="5029200" y="2743200"/>
            <a:ext cx="1188720" cy="36576"/>
          </a:xfrm>
          <a:prstGeom prst="rect">
            <a:avLst/>
          </a:prstGeom>
          <a:solidFill>
            <a:srgbClr val="D4AF37">
              <a:alpha val="40000"/>
            </a:srgbClr>
          </a:solidFill>
          <a:ln w="12700">
            <a:solidFill>
              <a:srgbClr val="D4AF37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2834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受講企業数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09160" y="3291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0"/>
                </a:solidFill>
              </a:rPr>
              <a:t>累計導入企業・団体数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858000" y="1600200"/>
            <a:ext cx="1920240" cy="2377440"/>
          </a:xfrm>
          <a:prstGeom prst="rect">
            <a:avLst/>
          </a:prstGeom>
          <a:solidFill>
            <a:srgbClr val="253D5E"/>
          </a:solidFill>
          <a:ln w="12700">
            <a:solidFill>
              <a:srgbClr val="D4AF37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58000" y="1600200"/>
            <a:ext cx="1920240" cy="6400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03720" y="17830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4AF37"/>
                </a:solidFill>
              </a:rPr>
              <a:t>〇〇名</a:t>
            </a:r>
            <a:endParaRPr lang="en-US" sz="3400" dirty="0"/>
          </a:p>
        </p:txBody>
      </p:sp>
      <p:sp>
        <p:nvSpPr>
          <p:cNvPr id="28" name="Shape 26"/>
          <p:cNvSpPr/>
          <p:nvPr/>
        </p:nvSpPr>
        <p:spPr>
          <a:xfrm>
            <a:off x="7223760" y="2743200"/>
            <a:ext cx="1188720" cy="36576"/>
          </a:xfrm>
          <a:prstGeom prst="rect">
            <a:avLst/>
          </a:prstGeom>
          <a:solidFill>
            <a:srgbClr val="D4AF37">
              <a:alpha val="40000"/>
            </a:srgbClr>
          </a:solidFill>
          <a:ln w="12700">
            <a:solidFill>
              <a:srgbClr val="D4AF37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03720" y="2834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受講者総数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903720" y="3291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0"/>
                </a:solidFill>
              </a:rPr>
              <a:t>個人・法人合計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" y="4160520"/>
            <a:ext cx="859536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20624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9BB0"/>
                </a:solidFill>
              </a:rPr>
              <a:t>【受講者の声・導入企業ロゴをここに配置】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371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F37"/>
                </a:solidFill>
              </a:rPr>
              <a:t>07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" y="137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400" kern="0" dirty="0">
                <a:solidFill>
                  <a:srgbClr val="D4AF37"/>
                </a:solidFill>
              </a:rPr>
              <a:t>PROCESS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38404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受講ロードマップ——シンプルな3ステップ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BB0"/>
                </a:solidFill>
              </a:rPr>
              <a:t>お問い合わせから受講開始まで、最短1週間。担当者が丁寧にサポートします。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463040" y="2606040"/>
            <a:ext cx="6217920" cy="54864"/>
          </a:xfrm>
          <a:prstGeom prst="rect">
            <a:avLst/>
          </a:prstGeom>
          <a:solidFill>
            <a:srgbClr val="D4AF37">
              <a:alpha val="40000"/>
            </a:srgbClr>
          </a:solidFill>
          <a:ln w="12700">
            <a:solidFill>
              <a:srgbClr val="D4AF37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691640"/>
            <a:ext cx="27432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97280" y="1536192"/>
            <a:ext cx="731520" cy="73152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15361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23317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E4B"/>
                </a:solidFill>
              </a:rPr>
              <a:t>STEP 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2E4B"/>
                </a:solidFill>
              </a:rPr>
              <a:t>無料相談・診断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3090672"/>
            <a:ext cx="1828800" cy="27432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090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〜3日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34930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▸  現状・課題のヒアリング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38221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▸  受講目標の設定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415137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▸  最適プランのご提案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44805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▸  スケジュール確認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46120" y="1691640"/>
            <a:ext cx="27432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023360" y="1536192"/>
            <a:ext cx="731520" cy="73152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0" y="15361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02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337560" y="23317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E4B"/>
                </a:solidFill>
              </a:rPr>
              <a:t>STEP 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2E4B"/>
                </a:solidFill>
              </a:rPr>
              <a:t>受講開始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703320" y="3090672"/>
            <a:ext cx="1828800" cy="27432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03320" y="3090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〜1ヶ月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29000" y="34930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▸  資料作成ワーク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29000" y="38221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▸  ボイストレーニング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29000" y="415137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▸  思考整理セッション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429000" y="44805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▸  実践ロールプレイ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72200" y="1691640"/>
            <a:ext cx="27432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949440" y="1536192"/>
            <a:ext cx="731520" cy="73152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49440" y="15361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03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263640" y="23317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E4B"/>
                </a:solidFill>
              </a:rPr>
              <a:t>STEP 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2E4B"/>
                </a:solidFill>
              </a:rPr>
              <a:t>成果確認・継続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629400" y="3090672"/>
            <a:ext cx="1828800" cy="27432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29400" y="3090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受講後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55080" y="34930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▸  プレゼン実践テスト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55080" y="38221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▸  売上・成果の振り返り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355080" y="415137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▸  フォローアップ面談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355080" y="44805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▸  継続受講プランご案内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371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F37"/>
                </a:solidFill>
              </a:rPr>
              <a:t>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" y="137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400" kern="0" dirty="0">
                <a:solidFill>
                  <a:srgbClr val="D4AF37"/>
                </a:solidFill>
              </a:rPr>
              <a:t>PRICING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38404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シンプルで明確な料金体系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BB0"/>
                </a:solidFill>
              </a:rPr>
              <a:t>まずは無料相談から。貴社・貴方に最適なプランをご提案します。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600200"/>
            <a:ext cx="2651760" cy="3291840"/>
          </a:xfrm>
          <a:prstGeom prst="rect">
            <a:avLst/>
          </a:prstGeom>
          <a:solidFill>
            <a:srgbClr val="F4F6F9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71907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1B2E4B"/>
                </a:solidFill>
              </a:rPr>
              <a:t>BASIC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1945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E4B"/>
                </a:solidFill>
              </a:rPr>
              <a:t>¥300,000〜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94360" y="2907792"/>
            <a:ext cx="2103120" cy="36576"/>
          </a:xfrm>
          <a:prstGeom prst="rect">
            <a:avLst/>
          </a:prstGeom>
          <a:solidFill>
            <a:srgbClr val="CCCCCC">
              <a:alpha val="60000"/>
            </a:srgbClr>
          </a:solidFill>
          <a:ln w="12700">
            <a:solidFill>
              <a:srgbClr val="CCCCCC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01752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✓  資料作成講義（基本）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36499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✓  思考整理セッション×2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71246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✓  メールサポート付き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05993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✓  個人向け・単発受講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40740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BBBBB"/>
                </a:solidFill>
              </a:rPr>
              <a:t>—  —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0" y="1600200"/>
            <a:ext cx="2651760" cy="3291840"/>
          </a:xfrm>
          <a:prstGeom prst="rect">
            <a:avLst/>
          </a:prstGeom>
          <a:solidFill>
            <a:srgbClr val="1B2E4B"/>
          </a:solidFill>
          <a:ln w="25400">
            <a:solidFill>
              <a:srgbClr val="D4AF37"/>
            </a:solidFill>
            <a:prstDash val="solid"/>
          </a:ln>
          <a:effectLst>
            <a:outerShdw sx="100000" sy="100000" kx="0" ky="0" algn="bl" rotWithShape="0" blurRad="190500" dist="635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40480" y="1481328"/>
            <a:ext cx="1371600" cy="2743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0" y="14813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人気No.1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91840" y="171907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D4AF37"/>
                </a:solidFill>
              </a:rPr>
              <a:t>STANDARD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46120" y="21945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¥500,000〜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3474720" y="2907792"/>
            <a:ext cx="2103120" cy="36576"/>
          </a:xfrm>
          <a:prstGeom prst="rect">
            <a:avLst/>
          </a:prstGeom>
          <a:solidFill>
            <a:srgbClr val="D4AF37">
              <a:alpha val="60000"/>
            </a:srgbClr>
          </a:solidFill>
          <a:ln w="12700">
            <a:solidFill>
              <a:srgbClr val="D4AF37">
                <a:alpha val="6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301752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✓  資料作成講義（全課程）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37560" y="336499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✓  ボイストレーニング付き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37560" y="371246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✓  思考整理セッション×5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37560" y="405993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✓  実践ロールプレイ込み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37560" y="440740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✓  担当コーチ専任サポート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80760" y="1600200"/>
            <a:ext cx="2651760" cy="3291840"/>
          </a:xfrm>
          <a:prstGeom prst="rect">
            <a:avLst/>
          </a:prstGeom>
          <a:solidFill>
            <a:srgbClr val="F4F6F9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172200" y="171907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1B2E4B"/>
                </a:solidFill>
              </a:rPr>
              <a:t>ENTERPRISE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126480" y="21945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E4B"/>
                </a:solidFill>
              </a:rPr>
              <a:t>要相談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6355080" y="2907792"/>
            <a:ext cx="2103120" cy="36576"/>
          </a:xfrm>
          <a:prstGeom prst="rect">
            <a:avLst/>
          </a:prstGeom>
          <a:solidFill>
            <a:srgbClr val="CCCCCC">
              <a:alpha val="60000"/>
            </a:srgbClr>
          </a:solidFill>
          <a:ln w="12700">
            <a:solidFill>
              <a:srgbClr val="CCCCCC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301752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✓  法人・チーム向けカスタム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17920" y="336499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✓  出張・社内研修対応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17920" y="371246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✓  成果KPI設計サポート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17920" y="405993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✓  受講後フォローアップ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17920" y="440740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✓  継続契約割引あり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E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3200400"/>
            <a:ext cx="3657600" cy="3657600"/>
          </a:xfrm>
          <a:prstGeom prst="ellipse">
            <a:avLst/>
          </a:prstGeom>
          <a:solidFill>
            <a:srgbClr val="253D5E"/>
          </a:solidFill>
          <a:ln w="12700">
            <a:solidFill>
              <a:srgbClr val="253D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731520"/>
            <a:ext cx="2743200" cy="274320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371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F37"/>
                </a:solidFill>
              </a:rPr>
              <a:t>09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" y="137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400" kern="0" dirty="0">
                <a:solidFill>
                  <a:srgbClr val="D4AF37"/>
                </a:solidFill>
              </a:rPr>
              <a:t>NEXT STEP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" y="38404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今すぐ、プレゼン力を変えましょう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11887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「伝える力」は才能ではなく、技術です。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株式会社プレゼンの達人が、あなたの成長を全力でサポートします。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200400" y="2395728"/>
            <a:ext cx="2743200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260604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14400" y="3154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無料相談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14400" y="35661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30分のオンライン相談で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課題を一緒に整理します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260604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66160" y="3154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体験受講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566160" y="35661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まず1回受けてみてください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変化を実感していただけます</a:t>
            </a:r>
            <a:endParaRPr lang="en-US" sz="10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260604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17920" y="3154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お見積もり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217920" y="35661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法人・個人プランを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柔軟にご提案します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57200" y="4251960"/>
            <a:ext cx="82296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D4AF37">
                <a:alpha val="50000"/>
              </a:srgbClr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57200" y="4251960"/>
            <a:ext cx="54864" cy="6858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40080" y="431596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TEL: 〇〇-〇〇〇〇-〇〇〇〇　　EMAIL: 〇〇〇〇@pretatsu.co.jp　　WEB: www.pretatsu.co.jp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プレゼン上達の為の講義 | 株式会社プレゼンの達人</dc:title>
  <dc:subject>PptxGenJS Presentation</dc:subject>
  <dc:creator>PptxGenJS</dc:creator>
  <cp:lastModifiedBy>PptxGenJS</cp:lastModifiedBy>
  <cp:revision>1</cp:revision>
  <dcterms:created xsi:type="dcterms:W3CDTF">2026-06-01T07:01:43Z</dcterms:created>
  <dcterms:modified xsi:type="dcterms:W3CDTF">2026-06-01T07:01:43Z</dcterms:modified>
</cp:coreProperties>
</file>
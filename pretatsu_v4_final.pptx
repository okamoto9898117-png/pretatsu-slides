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3D2A8A"/>
          </a:solidFill>
          <a:ln w="12700">
            <a:solidFill>
              <a:srgbClr val="3D2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54864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</a:rPr>
              <a:t>M i s s i o n  &amp;  V a l u 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プレゼン講座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将来の夢なんて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今叶えろ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8FF"/>
                </a:solidFill>
              </a:rPr>
              <a:t>プレゼン力を軸に、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8D8FF"/>
                </a:solidFill>
              </a:rPr>
              <a:t>個人の可能性を最大化し、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8D8FF"/>
                </a:solidFill>
              </a:rPr>
              <a:t>ビジネスの成果を支援します。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4663440"/>
            <a:ext cx="841248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プレゼンの達人　　　www.pretatsu.com　　　〇〇年〇〇月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プレゼンの達人とは？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プレゼン力を軸にした、成果直結型のトータル講座サービス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8229600" cy="11430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19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「3分あれば、言いたいことは伝えられる。」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1762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プレゼン講座 × 実戦型ワーク × 個別サポートを軸に、企業と個人のプレゼン力を最大化します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07792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69"/>
                </a:solidFill>
              </a:rPr>
              <a:t>❶</a:t>
            </a:r>
            <a:endParaRPr lang="en-US" sz="2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3017520"/>
            <a:ext cx="475488" cy="4754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" y="35844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</a:rPr>
              <a:t>DOCUMENT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2920" y="385876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資料作成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プログラム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4526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伝わるスライドの型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46120" y="2907792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46120" y="2907792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69"/>
                </a:solidFill>
              </a:rPr>
              <a:t>❷</a:t>
            </a:r>
            <a:endParaRPr lang="en-US" sz="2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3017520"/>
            <a:ext cx="475488" cy="4754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291840" y="35844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</a:rPr>
              <a:t>VOICE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291840" y="385876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ボイス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トレーニング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3291840" y="4526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伝える声と話し方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035040" y="2907792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035040" y="2907792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172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69"/>
                </a:solidFill>
              </a:rPr>
              <a:t>❸</a:t>
            </a:r>
            <a:endParaRPr lang="en-US" sz="2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3017520"/>
            <a:ext cx="475488" cy="4754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080760" y="35844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</a:rPr>
              <a:t>THINKING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080760" y="385876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思考整理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</a:rPr>
              <a:t>メソッド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6080760" y="4526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まとまる思考の型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F3E"/>
          </a:solidFill>
          <a:ln w="12700">
            <a:solidFill>
              <a:srgbClr val="1A0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課題——なぜ今「プレゼン力」が必要か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ビジネスの現場で「伝わらない」が招く3つの損失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2606040" cy="3310128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27632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47088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146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24231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自信がない・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苦手意識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228600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31012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「また失敗したら…」の不安。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本番に力が出せず、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準備しても頭が真っ白になる。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1627632"/>
            <a:ext cx="2606040" cy="3310128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1627632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47088"/>
            <a:ext cx="475488" cy="4754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92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291840" y="24231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話がまとまらない・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伝わらない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291840" y="3200400"/>
            <a:ext cx="228600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91840" y="331012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「何が言いたいかわからない」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と言われ続ける。情報過多で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聴衆が処理できない状態。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35040" y="1627632"/>
            <a:ext cx="2606040" cy="3310128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35040" y="1627632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47088"/>
            <a:ext cx="475488" cy="4754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838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126480" y="24231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企画・提案が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通らない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126480" y="3200400"/>
            <a:ext cx="228600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126480" y="331012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良いアイデアがあっても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プレゼン力不足で採用されず、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FF"/>
                </a:solidFill>
              </a:rPr>
              <a:t>売上・昇進の機会を逃す。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使えば分かる——圧倒的な違い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他社では「一部のスキルのみ」の指導が多い中、3軸統合で成果を出せる唯一のサービス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2304288" cy="43891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7276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比較項目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572768"/>
            <a:ext cx="2304288" cy="4389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57276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822"/>
                </a:solidFill>
              </a:rPr>
              <a:t>プレゼンの達人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572768"/>
            <a:ext cx="1664208" cy="43891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57276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A社（スクール型）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572768" cy="43891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5727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B社（動画学習）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084832"/>
            <a:ext cx="2304288" cy="402336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8483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資料作成指導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2084832"/>
            <a:ext cx="2304288" cy="402336"/>
          </a:xfrm>
          <a:prstGeom prst="rect">
            <a:avLst/>
          </a:prstGeom>
          <a:solidFill>
            <a:srgbClr val="EB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208483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1B69"/>
                </a:solidFill>
              </a:rPr>
              <a:t>✅ 完全対応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2084832"/>
            <a:ext cx="1664208" cy="402336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20848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✅ 対応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084832"/>
            <a:ext cx="1572768" cy="402336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08483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❌ なし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523744"/>
            <a:ext cx="23042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52374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ボイストレーニング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0" y="2523744"/>
            <a:ext cx="2304288" cy="402336"/>
          </a:xfrm>
          <a:prstGeom prst="rect">
            <a:avLst/>
          </a:prstGeom>
          <a:solidFill>
            <a:srgbClr val="EB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252374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1B69"/>
                </a:solidFill>
              </a:rPr>
              <a:t>✅ 完全対応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2523744"/>
            <a:ext cx="1664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252374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❌ なし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2523744"/>
            <a:ext cx="157276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252374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❌ なし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962656"/>
            <a:ext cx="2304288" cy="402336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96265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思考整理メソッド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2962656"/>
            <a:ext cx="2304288" cy="402336"/>
          </a:xfrm>
          <a:prstGeom prst="rect">
            <a:avLst/>
          </a:prstGeom>
          <a:solidFill>
            <a:srgbClr val="EB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296265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1B69"/>
                </a:solidFill>
              </a:rPr>
              <a:t>✅ 完全対応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2962656"/>
            <a:ext cx="1664208" cy="402336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296265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△ 一部のみ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06640" y="2962656"/>
            <a:ext cx="1572768" cy="402336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296265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✅ 動画のみ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401568"/>
            <a:ext cx="23042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401568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実戦ロールプレイ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0" y="3401568"/>
            <a:ext cx="2304288" cy="402336"/>
          </a:xfrm>
          <a:prstGeom prst="rect">
            <a:avLst/>
          </a:prstGeom>
          <a:solidFill>
            <a:srgbClr val="EB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71800" y="3401568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1B69"/>
                </a:solidFill>
              </a:rPr>
              <a:t>✅ 毎回実施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0" y="3401568"/>
            <a:ext cx="1664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340156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✅ あり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06640" y="3401568"/>
            <a:ext cx="157276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2360" y="340156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❌ なし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3840480"/>
            <a:ext cx="2304288" cy="402336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384048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個別フィードバック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26080" y="3840480"/>
            <a:ext cx="2304288" cy="402336"/>
          </a:xfrm>
          <a:prstGeom prst="rect">
            <a:avLst/>
          </a:prstGeom>
          <a:solidFill>
            <a:srgbClr val="EB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71800" y="384048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1B69"/>
                </a:solidFill>
              </a:rPr>
              <a:t>✅ 専任コーチ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0" y="3840480"/>
            <a:ext cx="1664208" cy="402336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32120" y="384048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△ 都度申込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406640" y="3840480"/>
            <a:ext cx="1572768" cy="402336"/>
          </a:xfrm>
          <a:prstGeom prst="rect">
            <a:avLst/>
          </a:prstGeom>
          <a:solidFill>
            <a:srgbClr val="F8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52360" y="38404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❌ なし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279392"/>
            <a:ext cx="23042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27939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法人・チーム対応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26080" y="4279392"/>
            <a:ext cx="2304288" cy="402336"/>
          </a:xfrm>
          <a:prstGeom prst="rect">
            <a:avLst/>
          </a:prstGeom>
          <a:solidFill>
            <a:srgbClr val="EBF9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71800" y="427939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1B69"/>
                </a:solidFill>
              </a:rPr>
              <a:t>✅ 完全対応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86400" y="4279392"/>
            <a:ext cx="1664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32120" y="427939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❌ なし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406640" y="4279392"/>
            <a:ext cx="157276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52360" y="427939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❌ なし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479145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資料作成・ボイス・思考整理を3軸統合でカバーできるのは「プレゼンの達人」だけです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VALUE PROPOSITION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受講前後の変化——あなたはどちら側へ？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3749040" cy="3794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15568"/>
            <a:ext cx="3749040" cy="5029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430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　受講前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764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プレゼンが怖い・自信がない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話がまとまらず相手に伝わらない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07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緊張で頭が真っ白になる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3284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企画・提案が通らない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8496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❌  売上・評価が伸び悩んでいる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606040"/>
            <a:ext cx="731520" cy="7315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120640" y="1115568"/>
            <a:ext cx="3749040" cy="3794760"/>
          </a:xfrm>
          <a:prstGeom prst="rect">
            <a:avLst/>
          </a:prstGeom>
          <a:solidFill>
            <a:srgbClr val="F0F4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20640" y="1115568"/>
            <a:ext cx="374904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66360" y="11430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AFTER　受講後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30368" y="1764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自信を持って堂々と話せる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30368" y="2286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3分で伝わる構成力が身につく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30368" y="2807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本番に強いメンタルを習得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230368" y="33284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企画・提案の採用率が向上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30368" y="38496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1B69"/>
                </a:solidFill>
              </a:rPr>
              <a:t>✅  売上・評価が目に見えて上がる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F3E"/>
          </a:solidFill>
          <a:ln w="12700">
            <a:solidFill>
              <a:srgbClr val="1A0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TRACK RECORD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実績——数字が証明する成果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｜導入実績｜ 〇〇社以上　｜累計受講者数｜ 〇〇名以上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1920240" cy="242316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00200"/>
            <a:ext cx="19202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556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98%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40080" y="2724912"/>
            <a:ext cx="118872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受講者満足度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受講後アンケート集計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1600200"/>
            <a:ext cx="1920240" cy="242316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1600200"/>
            <a:ext cx="19202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7556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+30%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2834640" y="2724912"/>
            <a:ext cx="118872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売上向上率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受講後の平均改善率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600200"/>
            <a:ext cx="1920240" cy="242316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600200"/>
            <a:ext cx="19202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7556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〇〇+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029200" y="2724912"/>
            <a:ext cx="118872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導入企業・団体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個人事業主から大手まで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1600200"/>
            <a:ext cx="1920240" cy="2423160"/>
          </a:xfrm>
          <a:prstGeom prst="rect">
            <a:avLst/>
          </a:prstGeom>
          <a:solidFill>
            <a:srgbClr val="3D2A8A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600200"/>
            <a:ext cx="19202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17556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〇〇名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7223760" y="2724912"/>
            <a:ext cx="1188720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累計受講者数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個人・法人合計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1A0F3E"/>
          </a:solidFill>
          <a:ln w="12700">
            <a:solidFill>
              <a:srgbClr val="1A0F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160520"/>
            <a:ext cx="64008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245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8D8FF"/>
                </a:solidFill>
              </a:rPr>
              <a:t>「売上が受講前月比300%アップ」「プレゼン後にその場で契約が決まった」——受講者の声をここに配置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PROCESS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受講開始まで——4ステップ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1B69"/>
                </a:solidFill>
              </a:rPr>
              <a:t>お問い合わせ日が起算日！好きなタイミングからスタート可能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633472"/>
            <a:ext cx="6949440" cy="54864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05256" y="1444752"/>
            <a:ext cx="749808" cy="7498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14447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822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Step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57860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お問い合わせ・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無料相談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46304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456432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フォームまたはお電話でお気軽にどうぞ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50592" y="1572768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81528" y="1444752"/>
            <a:ext cx="749808" cy="7498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14447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822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96312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Step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96312" y="257860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ヒアリング・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プラン提案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24912" y="3337560"/>
            <a:ext cx="146304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3456432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課題と目標をお伺いし最適プランをご提案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1572768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57800" y="1444752"/>
            <a:ext cx="749808" cy="7498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4447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822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72584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Step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72584" y="257860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受講開始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01184" y="3337560"/>
            <a:ext cx="146304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456432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3つのプログラムで徹底的に鍛える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1572768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34072" y="1444752"/>
            <a:ext cx="749808" cy="7498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4072" y="14447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822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48856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Step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48856" y="257860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成果確認・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</a:rPr>
              <a:t>継続サポート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77456" y="3337560"/>
            <a:ext cx="146304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6288" y="3456432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振り返りとフォローアップで定着を支援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D8FF"/>
                </a:solidFill>
              </a:rPr>
              <a:t>※ プラン登録日が起算日。月の途中でも損なくご利用いただけます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PRICING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料金——シンプルで明確なプラン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ご希望をお伺いし、お見積りさせていただきます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1B69"/>
                </a:solidFill>
              </a:rPr>
              <a:t>※ すべてのプランで初回カウンセリング費用として10,000円（税別）が発生します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2"/>
            <a:ext cx="2651760" cy="2944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1865376"/>
            <a:ext cx="1828800" cy="2743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まずはここから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D1B69"/>
                </a:solidFill>
              </a:rPr>
              <a:t>BASIC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お試し・単発向け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8163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69"/>
                </a:solidFill>
              </a:rPr>
              <a:t>¥〇〇〇,〇〇〇〜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3429000"/>
            <a:ext cx="2103120" cy="36576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52958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プレゼン基礎講座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" y="3858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資料作成ワーク×2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41879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メールサポート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45171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個人向け・単発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48463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—  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993392"/>
            <a:ext cx="2651760" cy="2944368"/>
          </a:xfrm>
          <a:prstGeom prst="rect">
            <a:avLst/>
          </a:prstGeom>
          <a:solidFill>
            <a:srgbClr val="2D1B69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90500" dist="635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1865376"/>
            <a:ext cx="182880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1番人気！おすすめ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D4FF"/>
                </a:solidFill>
              </a:rPr>
              <a:t>STANDARD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4612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F"/>
                </a:solidFill>
              </a:rPr>
              <a:t>最もコスパの高い王道プラン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28163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¥〇〇〇,〇〇〇〜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474720" y="3429000"/>
            <a:ext cx="210312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52958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プレゼン基礎＋応用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0128" y="3858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ボイストレーニング込み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10128" y="41879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実践ロールプレイ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0128" y="45171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個別フィードバック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10128" y="48463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専任コーチサポート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1993392"/>
            <a:ext cx="2651760" cy="2944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0" y="1865376"/>
            <a:ext cx="1828800" cy="2743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法人・チーム向け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D1B69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2648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大規模・本格運用向け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26480" y="28163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69"/>
                </a:solidFill>
              </a:rPr>
              <a:t>要相談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355080" y="3429000"/>
            <a:ext cx="2103120" cy="36576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0488" y="352958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全プログラム完全対応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0488" y="3858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出張・社内研修対応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90488" y="41879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KPI設計サポート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90488" y="45171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受講後フォローアップ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90488" y="48463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継続契約割引あり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" y="498348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【支払い方法】 銀行振込 / クレジットカード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3D2A8A"/>
          </a:solidFill>
          <a:ln w="12700">
            <a:solidFill>
              <a:srgbClr val="3D2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A0F3E"/>
          </a:solidFill>
          <a:ln w="12700">
            <a:solidFill>
              <a:srgbClr val="1A0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F3E"/>
          </a:solidFill>
          <a:ln w="12700">
            <a:solidFill>
              <a:srgbClr val="1A0F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NEXT STEP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将来の夢なんて今叶えろ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17043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「伝える力」は才能ではなく、技術です。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プレゼンの達人が全力でサポートします。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2176272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39572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9443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無料相談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F"/>
                </a:solidFill>
              </a:rPr>
              <a:t>まず30分のオンライン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F"/>
                </a:solidFill>
              </a:rPr>
              <a:t>相談からどうぞ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39572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9443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体験受講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F"/>
                </a:solidFill>
              </a:rPr>
              <a:t>1回で変化を実感。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F"/>
                </a:solidFill>
              </a:rPr>
              <a:t>体験受講受付中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39572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9443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お見積もり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F"/>
                </a:solidFill>
              </a:rPr>
              <a:t>個人・法人プランを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F"/>
                </a:solidFill>
              </a:rPr>
              <a:t>柔軟にご提案します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1A0F3E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4114800"/>
            <a:ext cx="64008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4160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会社名  プレゼンの達人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     www.pretatsu.com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754880" y="4160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TEL     〇〇-〇〇〇〇-〇〇〇〇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EMAIL  〇〇@pretatsu.com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822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2026-06-01T10:03:59Z</dcterms:created>
  <dcterms:modified xsi:type="dcterms:W3CDTF">2026-06-01T10:03:59Z</dcterms:modified>
</cp:coreProperties>
</file>
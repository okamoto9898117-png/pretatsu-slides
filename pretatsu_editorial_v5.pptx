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photos/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60000"/>
            </a:srgbClr>
          </a:solidFill>
          <a:ln w="12700">
            <a:solidFill>
              <a:srgbClr val="0A0A0A">
                <a:alpha val="6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502920"/>
            <a:ext cx="80467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9260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0" kern="0" dirty="0">
                <a:solidFill>
                  <a:srgbClr val="FFFFFF"/>
                </a:solidFill>
              </a:rPr>
              <a:t>PRETATSU  ·  PRESENTATION ACADEMY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77240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48640" y="1097280"/>
            <a:ext cx="6858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プレゼン</a:t>
            </a:r>
            <a:endParaRPr lang="en-US" sz="72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講座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5029200" y="4160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将来の夢なんて今叶えろ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4663440"/>
            <a:ext cx="80467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4754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300" kern="0" dirty="0">
                <a:solidFill>
                  <a:srgbClr val="FFFFFF"/>
                </a:solidFill>
              </a:rPr>
              <a:t>pretatsu.com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photos/proble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A0A0A">
              <a:alpha val="70000"/>
            </a:srgbClr>
          </a:solidFill>
          <a:ln w="12700">
            <a:solidFill>
              <a:srgbClr val="0A0A0A">
                <a:alpha val="7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937760" y="5029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37760" y="1024128"/>
            <a:ext cx="731520" cy="27432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37760" y="123444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伝わらない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は</a:t>
            </a:r>
            <a:endParaRPr lang="en-US" sz="4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損失だ。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93776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自信がない。話がまとまらない。提案が通らない。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プレゼン力不足が、成果とキャリアを奪い続けている。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44568" y="640080"/>
            <a:ext cx="54864" cy="3840480"/>
          </a:xfrm>
          <a:prstGeom prst="rect">
            <a:avLst/>
          </a:prstGeom>
          <a:solidFill>
            <a:srgbClr val="C9A84C">
              <a:alpha val="40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3200400" y="10972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888888"/>
                </a:solidFill>
              </a:rPr>
              <a:t>受講者満足度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731520"/>
            <a:ext cx="3200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</a:t>
            </a:r>
            <a:endParaRPr lang="en-US" sz="13000" dirty="0"/>
          </a:p>
        </p:txBody>
      </p:sp>
      <p:sp>
        <p:nvSpPr>
          <p:cNvPr id="7" name="Text 5"/>
          <p:cNvSpPr/>
          <p:nvPr/>
        </p:nvSpPr>
        <p:spPr>
          <a:xfrm>
            <a:off x="7589520" y="1005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4500" dirty="0"/>
          </a:p>
        </p:txBody>
      </p:sp>
      <p:sp>
        <p:nvSpPr>
          <p:cNvPr id="8" name="Shape 6"/>
          <p:cNvSpPr/>
          <p:nvPr/>
        </p:nvSpPr>
        <p:spPr>
          <a:xfrm>
            <a:off x="5029200" y="2926080"/>
            <a:ext cx="3200400" cy="27432"/>
          </a:xfrm>
          <a:prstGeom prst="rect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888888"/>
                </a:solidFill>
              </a:rPr>
              <a:t>売上向上率（受講後）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数字は嘘をつかない。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photos/solut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A0A0A">
              <a:alpha val="80000"/>
            </a:srgbClr>
          </a:solidFill>
          <a:ln w="12700">
            <a:solidFill>
              <a:srgbClr val="0A0A0A">
                <a:alpha val="8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70000"/>
            </a:srgbClr>
          </a:solidFill>
          <a:ln w="12700">
            <a:solidFill>
              <a:srgbClr val="0A0A0A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548640"/>
            <a:ext cx="7680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型を</a:t>
            </a:r>
            <a:endParaRPr lang="en-US" sz="7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身につけろ</a:t>
            </a:r>
            <a:endParaRPr lang="en-US" sz="7200" dirty="0"/>
          </a:p>
        </p:txBody>
      </p:sp>
      <p:sp>
        <p:nvSpPr>
          <p:cNvPr id="6" name="Text 3"/>
          <p:cNvSpPr/>
          <p:nvPr/>
        </p:nvSpPr>
        <p:spPr>
          <a:xfrm>
            <a:off x="914400" y="4114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400" kern="0" dirty="0">
                <a:solidFill>
                  <a:srgbClr val="FFFFFF"/>
                </a:solidFill>
              </a:rPr>
              <a:t>資料作成　　ボイストレーニング　　思考整理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00400" y="3931920"/>
            <a:ext cx="2743200" cy="36576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4952" y="457200"/>
            <a:ext cx="27432" cy="4206240"/>
          </a:xfrm>
          <a:prstGeom prst="rect">
            <a:avLst/>
          </a:prstGeom>
          <a:solidFill>
            <a:srgbClr val="0A0A0A">
              <a:alpha val="20000"/>
            </a:srgbClr>
          </a:solidFill>
          <a:ln w="12700">
            <a:solidFill>
              <a:srgbClr val="0A0A0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9048" y="457200"/>
            <a:ext cx="27432" cy="4206240"/>
          </a:xfrm>
          <a:prstGeom prst="rect">
            <a:avLst/>
          </a:prstGeom>
          <a:solidFill>
            <a:srgbClr val="0A0A0A">
              <a:alpha val="20000"/>
            </a:srgbClr>
          </a:solidFill>
          <a:ln w="12700">
            <a:solidFill>
              <a:srgbClr val="0A0A0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28600" y="10972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資料作成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プログラム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3063240"/>
            <a:ext cx="2286000" cy="36576"/>
          </a:xfrm>
          <a:prstGeom prst="rect">
            <a:avLst/>
          </a:prstGeom>
          <a:solidFill>
            <a:srgbClr val="0A0A0A">
              <a:alpha val="30000"/>
            </a:srgbClr>
          </a:solidFill>
          <a:ln w="12700">
            <a:solidFill>
              <a:srgbClr val="0A0A0A">
                <a:alpha val="3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3246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「見るだけで伝わる」スライドの設計と視覚化の技術を習得する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8328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0972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ボイス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トレーニング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83280" y="3063240"/>
            <a:ext cx="2286000" cy="36576"/>
          </a:xfrm>
          <a:prstGeom prst="rect">
            <a:avLst/>
          </a:prstGeom>
          <a:solidFill>
            <a:srgbClr val="0A0A0A">
              <a:alpha val="30000"/>
            </a:srgbClr>
          </a:solidFill>
          <a:ln w="12700">
            <a:solidFill>
              <a:srgbClr val="0A0A0A">
                <a:alpha val="3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3246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声量・滑舌・間・抑揚をプロが指導。本番で使える話し方を身につける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28232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336792" y="109728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思考整理</a:t>
            </a:r>
            <a:endParaRPr lang="en-US" sz="30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メソッド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428232" y="3063240"/>
            <a:ext cx="2286000" cy="36576"/>
          </a:xfrm>
          <a:prstGeom prst="rect">
            <a:avLst/>
          </a:prstGeom>
          <a:solidFill>
            <a:srgbClr val="0A0A0A">
              <a:alpha val="30000"/>
            </a:srgbClr>
          </a:solidFill>
          <a:ln w="12700">
            <a:solidFill>
              <a:srgbClr val="0A0A0A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32461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ロジカルシンキングで頭の中を整理し、言葉にする力を鍛える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888888"/>
                </a:solidFill>
              </a:rPr>
              <a:t>PRETATSU PRESENTATION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photos/resul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50000"/>
            </a:srgbClr>
          </a:solidFill>
          <a:ln w="12700">
            <a:solidFill>
              <a:srgbClr val="0A0A0A">
                <a:alpha val="50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502920"/>
            <a:ext cx="804672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92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600" kern="0" dirty="0">
                <a:solidFill>
                  <a:srgbClr val="C9A84C"/>
                </a:solidFill>
              </a:rPr>
              <a:t>RESULTS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10972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548640" y="3063240"/>
            <a:ext cx="164592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</a:rPr>
              <a:t>顧客満足度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651760" y="10972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+30%</a:t>
            </a:r>
            <a:endParaRPr lang="en-US" sz="5200" dirty="0"/>
          </a:p>
        </p:txBody>
      </p:sp>
      <p:sp>
        <p:nvSpPr>
          <p:cNvPr id="10" name="Shape 7"/>
          <p:cNvSpPr/>
          <p:nvPr/>
        </p:nvSpPr>
        <p:spPr>
          <a:xfrm>
            <a:off x="2651760" y="3063240"/>
            <a:ext cx="164592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5176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</a:rPr>
              <a:t>売上向上率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0" y="10972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〇〇+</a:t>
            </a:r>
            <a:endParaRPr lang="en-US" sz="5200" dirty="0"/>
          </a:p>
        </p:txBody>
      </p:sp>
      <p:sp>
        <p:nvSpPr>
          <p:cNvPr id="13" name="Shape 10"/>
          <p:cNvSpPr/>
          <p:nvPr/>
        </p:nvSpPr>
        <p:spPr>
          <a:xfrm>
            <a:off x="4754880" y="3063240"/>
            <a:ext cx="164592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</a:rPr>
              <a:t>受講企業数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858000" y="1097280"/>
            <a:ext cx="1920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〇〇名</a:t>
            </a:r>
            <a:endParaRPr lang="en-US" sz="5200" dirty="0"/>
          </a:p>
        </p:txBody>
      </p:sp>
      <p:sp>
        <p:nvSpPr>
          <p:cNvPr id="16" name="Shape 13"/>
          <p:cNvSpPr/>
          <p:nvPr/>
        </p:nvSpPr>
        <p:spPr>
          <a:xfrm>
            <a:off x="6858000" y="3063240"/>
            <a:ext cx="1645920" cy="36576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0" y="32186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</a:rPr>
              <a:t>累計受講者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「受講後、その場でクロージングが決まりました。」— 受講者 / 営業職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48640" y="4663440"/>
            <a:ext cx="8046720" cy="27432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0" kern="0" dirty="0">
                <a:solidFill>
                  <a:srgbClr val="888888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3ステップで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始められる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310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無料相談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2286000" cy="36576"/>
          </a:xfrm>
          <a:prstGeom prst="rect">
            <a:avLst/>
          </a:prstGeom>
          <a:solidFill>
            <a:srgbClr val="0A0A0A">
              <a:alpha val="20000"/>
            </a:srgbClr>
          </a:solidFill>
          <a:ln w="12700">
            <a:solidFill>
              <a:srgbClr val="0A0A0A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現状の課題をヒアリング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最適プランをご提案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3310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受講開始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383280" y="4069080"/>
            <a:ext cx="2286000" cy="36576"/>
          </a:xfrm>
          <a:prstGeom prst="rect">
            <a:avLst/>
          </a:prstGeom>
          <a:solidFill>
            <a:srgbClr val="0A0A0A">
              <a:alpha val="20000"/>
            </a:srgbClr>
          </a:solidFill>
          <a:ln w="12700">
            <a:solidFill>
              <a:srgbClr val="0A0A0A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3つのプログラムで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実践的に鍛える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331012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成果確認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217920" y="4069080"/>
            <a:ext cx="2286000" cy="36576"/>
          </a:xfrm>
          <a:prstGeom prst="rect">
            <a:avLst/>
          </a:prstGeom>
          <a:solidFill>
            <a:srgbClr val="0A0A0A">
              <a:alpha val="20000"/>
            </a:srgbClr>
          </a:solidFill>
          <a:ln w="12700">
            <a:solidFill>
              <a:srgbClr val="0A0A0A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2062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KPIを振り返り</a:t>
            </a:r>
            <a:endParaRPr lang="en-US" sz="11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88888"/>
                </a:solidFill>
              </a:rPr>
              <a:t>継続サポートへ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8046720" cy="36576"/>
          </a:xfrm>
          <a:prstGeom prst="rect">
            <a:avLst/>
          </a:prstGeom>
          <a:solidFill>
            <a:srgbClr val="0A0A0A">
              <a:alpha val="12000"/>
            </a:srgbClr>
          </a:solidFill>
          <a:ln w="12700">
            <a:solidFill>
              <a:srgbClr val="0A0A0A">
                <a:alpha val="12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photos/pric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45000"/>
            </a:srgbClr>
          </a:solidFill>
          <a:ln w="12700">
            <a:solidFill>
              <a:srgbClr val="0A0A0A">
                <a:alpha val="4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600" kern="0" dirty="0">
                <a:solidFill>
                  <a:srgbClr val="C9A84C"/>
                </a:solidFill>
              </a:rPr>
              <a:t>PRICING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548640" y="658368"/>
            <a:ext cx="8046720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8686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シンプルな</a:t>
            </a:r>
            <a:endParaRPr lang="en-US" sz="4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3つの選択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2606040" cy="2331720"/>
          </a:xfrm>
          <a:prstGeom prst="rect">
            <a:avLst/>
          </a:prstGeom>
          <a:solidFill>
            <a:srgbClr val="0A0A0A">
              <a:alpha val="4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BASIC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3017520"/>
            <a:ext cx="2103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154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¥〇〇〇,〇〇〇〜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個人・単発向け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2423160"/>
            <a:ext cx="2606040" cy="2331720"/>
          </a:xfrm>
          <a:prstGeom prst="rect">
            <a:avLst/>
          </a:prstGeom>
          <a:solidFill>
            <a:srgbClr val="FFFFFF">
              <a:alpha val="90000"/>
            </a:srgbClr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2044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0A0A0A"/>
                </a:solidFill>
              </a:rPr>
              <a:t>STANDARD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20440" y="3017520"/>
            <a:ext cx="2103120" cy="36576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0" y="3154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¥〇〇〇,〇〇〇〜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352044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88888"/>
                </a:solidFill>
              </a:rPr>
              <a:t>最も人気・フル対応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2423160"/>
            <a:ext cx="2606040" cy="2331720"/>
          </a:xfrm>
          <a:prstGeom prst="rect">
            <a:avLst/>
          </a:prstGeom>
          <a:solidFill>
            <a:srgbClr val="0A0A0A">
              <a:alpha val="45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55080" y="3017520"/>
            <a:ext cx="210312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09360" y="315468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要相談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35508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AAAAAA"/>
                </a:solidFill>
              </a:rPr>
              <a:t>法人・チーム研修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photos/c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A">
              <a:alpha val="55000"/>
            </a:srgbClr>
          </a:solidFill>
          <a:ln w="12700">
            <a:solidFill>
              <a:srgbClr val="0A0A0A">
                <a:alpha val="5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48640" y="457200"/>
            <a:ext cx="80467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560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500" kern="0" dirty="0">
                <a:solidFill>
                  <a:srgbClr val="FFFFFF"/>
                </a:solidFill>
              </a:rPr>
              <a:t>PRETATSU  ·  PRESENTATION ACADEMY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48640" y="73152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「伝える力」は</a:t>
            </a:r>
            <a:endParaRPr lang="en-US" sz="6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才能ではなく</a:t>
            </a:r>
            <a:endParaRPr lang="en-US" sz="6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技術だ。</a:t>
            </a:r>
            <a:endParaRPr lang="en-US" sz="6400" dirty="0"/>
          </a:p>
        </p:txBody>
      </p:sp>
      <p:sp>
        <p:nvSpPr>
          <p:cNvPr id="7" name="Shape 4"/>
          <p:cNvSpPr/>
          <p:nvPr/>
        </p:nvSpPr>
        <p:spPr>
          <a:xfrm>
            <a:off x="3200400" y="4251960"/>
            <a:ext cx="2743200" cy="36576"/>
          </a:xfrm>
          <a:prstGeom prst="rect">
            <a:avLst/>
          </a:prstGeom>
          <a:solidFill>
            <a:srgbClr val="C9A84C">
              <a:alpha val="70000"/>
            </a:srgbClr>
          </a:solidFill>
          <a:ln w="1270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</a:rPr>
              <a:t>www.pretatsu.com　　　　info@pretatsu.com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4846320"/>
            <a:ext cx="804672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プレゼン講座 | プレゼンの達人 — Editorial</dc:title>
  <dc:subject>PptxGenJS Presentation</dc:subject>
  <dc:creator>PptxGenJS</dc:creator>
  <cp:lastModifiedBy>PptxGenJS</cp:lastModifiedBy>
  <cp:revision>1</cp:revision>
  <dcterms:created xsi:type="dcterms:W3CDTF">2026-06-01T10:17:29Z</dcterms:created>
  <dcterms:modified xsi:type="dcterms:W3CDTF">2026-06-01T10:17:29Z</dcterms:modified>
</cp:coreProperties>
</file>